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you observed at Ganesh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shift from physical to digital.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prepared to explain why you chose MERN.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brief. Frontend and backend are separate.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factory.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the ERP handles people and suppliers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screenshot of the PDF invoice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Proves you thought like a senior engineer.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you know how the system scales.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and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</a:rPr>
              <a:t>Ganesh Engineering Industries - ERP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282892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B.Tech Final Year Project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Manual Record Keeping: Factory operations tracked on paper.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Lack of Centralization: Billing, HR, and Supply Chain disconnected.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Security Risks: No role-based security; sensitive data visible to all.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Inefficiency: Generating invoices took hours.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Our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Centralized Web Application: Unified ERP dashboard.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Digital Transformation: Secure database replacing physical ledgers.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Role-Based Access Control (RBAC): Distinct roles (Admin, Worker).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Automated Billing: Instant GST calculations and PDF invoices.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Technology Stack (MERN)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Frontend: React.js, Tailwind CSS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Backend: Node.js, Express.js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Database: MongoDB (Virtual In-Memory Server)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Libraries: jspdf (PDF generation), html2canvas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Client-Server Model: React UI, Node.js logic.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RESTful APIs: JSON endpoints for communication.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Authentication Flow: Secure login unlocks specific tabs based on Role.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Factory Floor Operations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Inventory Management: Real-time tracking of raw materials (Steel).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Process Management: Cold Forging, Thread Rolling, Machining.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Material Ledger: Strict log of materials IN and OUT.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HR &amp; Supply Chain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Worker Management (HR): Tracking hours worked and efficiency.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Purchase Orders (SCM): Logging material orders with suppliers.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Status Tracking: Updating orders from Pending to Received.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Automated Financials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Dynamic GST: CGST (9%) + SGST (9%) or IGST (18%).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PDF Export: 1-Click generation of professional invoices.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Key Technical Achievements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Dynamic Routing (RBAC): Workers cannot see Billing tabs.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Bulk CSV Onboarding: Upload Excel files to instantly create 100 accounts.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Foolproof Virtual DB: Runs flawlessly on any machine.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Future Enhancements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Graphical Analytics: Live pie charts and bar graphs.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Low-Stock Alerts: SMS notifications for low materials.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Machine IoT Integration: Connecting physical machines to the app.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Developed a highly secure, scalable ERP system.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Eliminated paper-based tracking for Ganesh Engineering.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Delivered an enterprise-grade solution using modern web tech.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2026-09-25T13:28:39Z</dcterms:created>
  <dcterms:modified xsi:type="dcterms:W3CDTF">2026-09-25T13:28:39Z</dcterms:modified>
</cp:coreProperties>
</file>